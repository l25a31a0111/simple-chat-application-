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95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272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814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083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554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159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302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703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657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102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4141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336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2239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382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661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235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B8DD1-FBD1-483A-A387-CBE1AF21337F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DA96D6A-2820-4DE2-A788-23025C5297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65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4000A-976F-42DB-8CA0-760C9C106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729" y="822122"/>
            <a:ext cx="8640660" cy="2768366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Arial Rounded MT Bold" panose="020F0704030504030204" pitchFamily="34" charset="0"/>
              </a:rPr>
              <a:t>SIMPLE CHAT APPLICATION</a:t>
            </a:r>
            <a:r>
              <a:rPr lang="en-IN" sz="1800" b="1" dirty="0">
                <a:latin typeface="Arial Rounded MT Bold" panose="020F0704030504030204" pitchFamily="34" charset="0"/>
              </a:rPr>
              <a:t> </a:t>
            </a:r>
            <a:br>
              <a:rPr lang="en-IN" sz="1800" b="1" dirty="0">
                <a:latin typeface="Arial Rounded MT Bold" panose="020F0704030504030204" pitchFamily="34" charset="0"/>
              </a:rPr>
            </a:b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A SIMPLE CHAT APPLICATION USING C SOCKET PROGRAMMING</a:t>
            </a:r>
            <a:br>
              <a:rPr lang="en-IN" sz="4800" b="1" dirty="0">
                <a:latin typeface="Arial Rounded MT Bold" panose="020F0704030504030204" pitchFamily="34" charset="0"/>
              </a:rPr>
            </a:br>
            <a:endParaRPr lang="en-IN" sz="48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4EBC57-AF48-4137-8D4C-B1FA73317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0708" y="4198539"/>
            <a:ext cx="6596731" cy="1126283"/>
          </a:xfrm>
        </p:spPr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NAME      : G.LALITA</a:t>
            </a:r>
          </a:p>
          <a:p>
            <a:r>
              <a:rPr lang="en-IN" dirty="0">
                <a:latin typeface="Arial Rounded MT Bold" panose="020F0704030504030204" pitchFamily="34" charset="0"/>
              </a:rPr>
              <a:t>ROLL NO : 25A31A0111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D11E3-7B8D-4A5E-88E0-E32F88D25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667" y="0"/>
            <a:ext cx="30983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76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F398FE-3597-46AB-85DC-519236CFCCCD}"/>
              </a:ext>
            </a:extLst>
          </p:cNvPr>
          <p:cNvSpPr/>
          <p:nvPr/>
        </p:nvSpPr>
        <p:spPr>
          <a:xfrm>
            <a:off x="1806430" y="722603"/>
            <a:ext cx="7916410" cy="51853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REQUIREMENTS</a:t>
            </a:r>
          </a:p>
          <a:p>
            <a:br>
              <a:rPr lang="en-IN" b="1" dirty="0"/>
            </a:b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1. Hardware Requirements</a:t>
            </a:r>
          </a:p>
          <a:p>
            <a:endParaRPr lang="en-IN" sz="1600" b="1" dirty="0"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cs typeface="Calibri Light" panose="020F0302020204030204" pitchFamily="34" charset="0"/>
              </a:rPr>
              <a:t>          </a:t>
            </a:r>
            <a:r>
              <a:rPr lang="en-IN" sz="1600" dirty="0">
                <a:cs typeface="Calibri Light" panose="020F0302020204030204" pitchFamily="34" charset="0"/>
              </a:rPr>
              <a:t>Computer / Laptop</a:t>
            </a:r>
            <a:br>
              <a:rPr lang="en-IN" sz="1600" dirty="0">
                <a:cs typeface="Calibri Light" panose="020F0302020204030204" pitchFamily="34" charset="0"/>
              </a:rPr>
            </a:br>
            <a:r>
              <a:rPr lang="en-IN" sz="1600" dirty="0">
                <a:cs typeface="Calibri Light" panose="020F0302020204030204" pitchFamily="34" charset="0"/>
              </a:rPr>
              <a:t>           Keyboard and Mouse</a:t>
            </a:r>
            <a:br>
              <a:rPr lang="en-IN" sz="1600" dirty="0">
                <a:cs typeface="Calibri Light" panose="020F0302020204030204" pitchFamily="34" charset="0"/>
              </a:rPr>
            </a:br>
            <a:r>
              <a:rPr lang="en-IN" sz="1600" dirty="0">
                <a:cs typeface="Calibri Light" panose="020F0302020204030204" pitchFamily="34" charset="0"/>
              </a:rPr>
              <a:t>           Minimum 4 GB RAM</a:t>
            </a:r>
          </a:p>
          <a:p>
            <a:br>
              <a:rPr lang="en-IN" dirty="0">
                <a:cs typeface="Calibri Light" panose="020F0302020204030204" pitchFamily="34" charset="0"/>
              </a:rPr>
            </a:b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2. Software </a:t>
            </a:r>
            <a:r>
              <a:rPr lang="en-IN" sz="2400" dirty="0" err="1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Requiremets</a:t>
            </a:r>
            <a:endParaRPr lang="en-IN" sz="2400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br>
              <a:rPr lang="en-IN" dirty="0"/>
            </a:br>
            <a:r>
              <a:rPr lang="en-IN" dirty="0"/>
              <a:t>         </a:t>
            </a:r>
            <a:r>
              <a:rPr lang="en-IN" sz="1600" dirty="0"/>
              <a:t>Compiler : GCC / Turbo C / IDE</a:t>
            </a:r>
            <a:br>
              <a:rPr lang="en-IN" sz="1600" dirty="0"/>
            </a:br>
            <a:r>
              <a:rPr lang="en-IN" sz="1600" dirty="0"/>
              <a:t>          Operating system : Windows / Linux</a:t>
            </a:r>
            <a:br>
              <a:rPr lang="en-IN" sz="1600" dirty="0"/>
            </a:br>
            <a:r>
              <a:rPr lang="en-IN" sz="1600" dirty="0"/>
              <a:t>          Programming Language : C/C++</a:t>
            </a:r>
            <a:br>
              <a:rPr lang="en-IN" sz="1600" dirty="0"/>
            </a:br>
            <a:r>
              <a:rPr lang="en-IN" sz="1600" dirty="0"/>
              <a:t>          Database (optional) : MySQL / File System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A207549-5150-4C22-B859-872F674E9080}"/>
              </a:ext>
            </a:extLst>
          </p:cNvPr>
          <p:cNvSpPr/>
          <p:nvPr/>
        </p:nvSpPr>
        <p:spPr>
          <a:xfrm>
            <a:off x="2284602" y="2365695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D86CD3B-F56A-4FEF-8B22-81FF2FF26C6F}"/>
              </a:ext>
            </a:extLst>
          </p:cNvPr>
          <p:cNvSpPr/>
          <p:nvPr/>
        </p:nvSpPr>
        <p:spPr>
          <a:xfrm>
            <a:off x="2284602" y="2752987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CBBB6C6-1E9B-41C8-9517-F8607D435840}"/>
              </a:ext>
            </a:extLst>
          </p:cNvPr>
          <p:cNvSpPr/>
          <p:nvPr/>
        </p:nvSpPr>
        <p:spPr>
          <a:xfrm>
            <a:off x="2284602" y="3140279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8309C45-AE73-4CFB-A779-93B852533679}"/>
              </a:ext>
            </a:extLst>
          </p:cNvPr>
          <p:cNvSpPr/>
          <p:nvPr/>
        </p:nvSpPr>
        <p:spPr>
          <a:xfrm>
            <a:off x="2284602" y="4524138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BC501D9-8A20-4AC3-886C-DE259EC9C519}"/>
              </a:ext>
            </a:extLst>
          </p:cNvPr>
          <p:cNvSpPr/>
          <p:nvPr/>
        </p:nvSpPr>
        <p:spPr>
          <a:xfrm>
            <a:off x="2284602" y="4959292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D94470A-75DB-4B08-A214-7369991ABABD}"/>
              </a:ext>
            </a:extLst>
          </p:cNvPr>
          <p:cNvSpPr/>
          <p:nvPr/>
        </p:nvSpPr>
        <p:spPr>
          <a:xfrm>
            <a:off x="2295788" y="5310556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48DABAE-B32E-437D-8FE9-438E02648DB5}"/>
              </a:ext>
            </a:extLst>
          </p:cNvPr>
          <p:cNvSpPr/>
          <p:nvPr/>
        </p:nvSpPr>
        <p:spPr>
          <a:xfrm>
            <a:off x="2295788" y="5697848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2B46550-9A31-4A18-A415-0CADF7F13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581" y="0"/>
            <a:ext cx="56234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41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9B6E6D-A181-4954-B0A6-252E12D7A661}"/>
              </a:ext>
            </a:extLst>
          </p:cNvPr>
          <p:cNvSpPr/>
          <p:nvPr/>
        </p:nvSpPr>
        <p:spPr>
          <a:xfrm>
            <a:off x="1736522" y="654341"/>
            <a:ext cx="55367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  <a:cs typeface="Calibri Light" panose="020F0302020204030204" pitchFamily="34" charset="0"/>
              </a:rPr>
              <a:t>INTRODUCTION</a:t>
            </a:r>
            <a:endParaRPr lang="en-IN" sz="3600" b="1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12E7C1-F3C5-4206-A7C2-F1880D940AC3}"/>
              </a:ext>
            </a:extLst>
          </p:cNvPr>
          <p:cNvSpPr/>
          <p:nvPr/>
        </p:nvSpPr>
        <p:spPr>
          <a:xfrm>
            <a:off x="2114027" y="1586454"/>
            <a:ext cx="9479558" cy="3738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/>
              <a:t>A Simple Chat Application is a network-based communication program that allows two users to exchange messages in real time through a client-server architecture. This project is developed using the C programming language and socket programming concepts. The server waits for client connections, while the client connects to the server and sends messages through sockets.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dirty="0"/>
              <a:t>The main purpose of this application is to understand how communication takes place between systems over a network using TCP sockets. It demonstrates important networking functions such as socket creation, binding, listening, connecting, sending, and receiving messages.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609B9F9-38F2-4F03-B323-3F10C84A78A2}"/>
              </a:ext>
            </a:extLst>
          </p:cNvPr>
          <p:cNvSpPr/>
          <p:nvPr/>
        </p:nvSpPr>
        <p:spPr>
          <a:xfrm>
            <a:off x="1979803" y="1836711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5761880-5842-4AE3-A175-FF2533A49A2D}"/>
              </a:ext>
            </a:extLst>
          </p:cNvPr>
          <p:cNvSpPr/>
          <p:nvPr/>
        </p:nvSpPr>
        <p:spPr>
          <a:xfrm>
            <a:off x="1979803" y="4001549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618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82834D-A814-42E2-B786-D20F791664FC}"/>
              </a:ext>
            </a:extLst>
          </p:cNvPr>
          <p:cNvSpPr/>
          <p:nvPr/>
        </p:nvSpPr>
        <p:spPr>
          <a:xfrm>
            <a:off x="1713843" y="668914"/>
            <a:ext cx="7124066" cy="66479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ALGORITHMS</a:t>
            </a:r>
          </a:p>
          <a:p>
            <a:endParaRPr lang="en-IN" sz="3600" b="1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SERVER :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/>
              <a:t>1.Start the server program and initialize variables.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2.Create a socket using the socket() function.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3.Set the IP address and port number for the server.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4.Bind the socket with the server address using bind().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5.Listen for client connection requests using listen().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6.Accept the client connection using accept().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7.Display a message that the client is connected.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8.Receive the message from the client using read().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9.Send a reply message to the client using send().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10.Close the socket and stop the program after communication ends.</a:t>
            </a:r>
          </a:p>
          <a:p>
            <a:r>
              <a:rPr lang="en-IN" dirty="0"/>
              <a:t> </a:t>
            </a: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4886A2-43EA-4030-B7E6-3FAD56BD6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034" y="2462458"/>
            <a:ext cx="4395832" cy="33007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76784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D2BB38-2665-407A-A744-56B4FECCC930}"/>
              </a:ext>
            </a:extLst>
          </p:cNvPr>
          <p:cNvSpPr/>
          <p:nvPr/>
        </p:nvSpPr>
        <p:spPr>
          <a:xfrm>
            <a:off x="1842138" y="1356811"/>
            <a:ext cx="7124066" cy="48936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CLIENT : </a:t>
            </a:r>
          </a:p>
          <a:p>
            <a:endParaRPr lang="en-IN" sz="2400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/>
              <a:t>1.Start the client program and initialize variables.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2.Create a socket using the socket() function.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3.Enter the server IP address and port number.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4.Connect to the server using connect().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5.Display a successful connection message.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6.Enter the message from the keyboard.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7.Send the message to the server using send().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8.Receive the reply from the server using read().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9.Display the server reply on the screen.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10.Close the socket and stop the program after communication ends.</a:t>
            </a:r>
          </a:p>
          <a:p>
            <a:endParaRPr lang="en-IN" sz="2400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561AA0-C9D7-4C67-920E-1738C7BCB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691" y="436227"/>
            <a:ext cx="5100506" cy="544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368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DD60CD-527F-4FD7-AFC3-33B4E7FAA11E}"/>
              </a:ext>
            </a:extLst>
          </p:cNvPr>
          <p:cNvSpPr/>
          <p:nvPr/>
        </p:nvSpPr>
        <p:spPr>
          <a:xfrm>
            <a:off x="1733507" y="643747"/>
            <a:ext cx="31450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FLOWCHART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989D3B-6ADD-42B5-8F60-A20401971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006" y="801149"/>
            <a:ext cx="4790114" cy="61155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05713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4CC0BB-A0C5-4150-B24C-2B330BF12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982" y="0"/>
            <a:ext cx="5209565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71554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C61C9D-746D-4734-BEA8-016D05743B75}"/>
              </a:ext>
            </a:extLst>
          </p:cNvPr>
          <p:cNvSpPr/>
          <p:nvPr/>
        </p:nvSpPr>
        <p:spPr>
          <a:xfrm>
            <a:off x="1781003" y="719248"/>
            <a:ext cx="51101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MODULE WISE LOGIC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DC65A2-6C04-43D7-B4D4-6CD120EB2144}"/>
              </a:ext>
            </a:extLst>
          </p:cNvPr>
          <p:cNvSpPr/>
          <p:nvPr/>
        </p:nvSpPr>
        <p:spPr>
          <a:xfrm>
            <a:off x="1781003" y="1365579"/>
            <a:ext cx="7894040" cy="5007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Server Module Logic :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 M1 →Create socket for server communication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M2 →Bind server with IP address and port number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M3 →Listen and accept client connection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M4 →Receive and send messages between client</a:t>
            </a:r>
          </a:p>
          <a:p>
            <a:pPr>
              <a:lnSpc>
                <a:spcPct val="150000"/>
              </a:lnSpc>
            </a:pP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Client Module Logic :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M1 →Create socket for client communication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M2 →Connect client to server using IP and port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M3 →Send messages from client to server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M4 →Receive and display server replies</a:t>
            </a:r>
            <a:endParaRPr lang="en-IN" sz="1600" dirty="0"/>
          </a:p>
          <a:p>
            <a:pPr>
              <a:lnSpc>
                <a:spcPct val="150000"/>
              </a:lnSpc>
            </a:pPr>
            <a:endParaRPr lang="en-IN" sz="2400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6A4D84-9493-4BB4-9AFC-0ADD759D0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120" y="1042413"/>
            <a:ext cx="5015173" cy="542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358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E7993F-6AEA-4BCE-AA89-13F93AF1D3DF}"/>
              </a:ext>
            </a:extLst>
          </p:cNvPr>
          <p:cNvSpPr/>
          <p:nvPr/>
        </p:nvSpPr>
        <p:spPr>
          <a:xfrm>
            <a:off x="1848440" y="668914"/>
            <a:ext cx="6176691" cy="59246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FORMULAS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TCP Communication :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Server + Client + Socket Connection = Chat Communication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Socket Creation: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Plain text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socket(AF_INET, SOCK_STREAM, 0)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Server Connection Formula: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Plain text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bind() + listen() + accept()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Client Connection Formula: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Plain text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connect(Server IP, Port Number)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Data Transfer Formula: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Plain text</a:t>
            </a:r>
          </a:p>
          <a:p>
            <a:r>
              <a:rPr lang="en-US" sz="1600" dirty="0"/>
              <a:t>send() ↔ read()</a:t>
            </a:r>
            <a:r>
              <a:rPr lang="en-IN" sz="1600" dirty="0"/>
              <a:t>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5EF8044-1157-4E36-B488-1A0924D3C3FF}"/>
              </a:ext>
            </a:extLst>
          </p:cNvPr>
          <p:cNvSpPr/>
          <p:nvPr/>
        </p:nvSpPr>
        <p:spPr>
          <a:xfrm>
            <a:off x="1638715" y="1432217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2C0CDCE-1B1B-4C0F-AF28-3B70D52B8BF9}"/>
              </a:ext>
            </a:extLst>
          </p:cNvPr>
          <p:cNvSpPr/>
          <p:nvPr/>
        </p:nvSpPr>
        <p:spPr>
          <a:xfrm>
            <a:off x="1638715" y="2238810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C56EEAC-E589-4CDE-91C4-D72E774F9C76}"/>
              </a:ext>
            </a:extLst>
          </p:cNvPr>
          <p:cNvSpPr/>
          <p:nvPr/>
        </p:nvSpPr>
        <p:spPr>
          <a:xfrm flipV="1">
            <a:off x="1638715" y="3405083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EC72C01-84B7-45B0-BCDC-750962B33211}"/>
              </a:ext>
            </a:extLst>
          </p:cNvPr>
          <p:cNvSpPr/>
          <p:nvPr/>
        </p:nvSpPr>
        <p:spPr>
          <a:xfrm>
            <a:off x="1638715" y="4529411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C1D9222-2C29-4861-B199-1119D9A89A0B}"/>
              </a:ext>
            </a:extLst>
          </p:cNvPr>
          <p:cNvSpPr/>
          <p:nvPr/>
        </p:nvSpPr>
        <p:spPr>
          <a:xfrm>
            <a:off x="1638715" y="5653739"/>
            <a:ext cx="134224" cy="83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077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42B95D-B7E6-486F-B50F-EBD8DF977C4D}"/>
              </a:ext>
            </a:extLst>
          </p:cNvPr>
          <p:cNvSpPr/>
          <p:nvPr/>
        </p:nvSpPr>
        <p:spPr>
          <a:xfrm>
            <a:off x="1613985" y="612113"/>
            <a:ext cx="10031400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MODULES INTEGRATION (FULL PROGRAM)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SERVER CODE :</a:t>
            </a:r>
          </a:p>
          <a:p>
            <a:endParaRPr lang="en-IN" sz="3600" b="1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8C7C2C-93E9-4D21-9D40-20817D5A14A3}"/>
              </a:ext>
            </a:extLst>
          </p:cNvPr>
          <p:cNvSpPr/>
          <p:nvPr/>
        </p:nvSpPr>
        <p:spPr>
          <a:xfrm>
            <a:off x="2562674" y="1787968"/>
            <a:ext cx="556699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/>
              <a:t>#include &lt;</a:t>
            </a:r>
            <a:r>
              <a:rPr lang="en-IN" sz="1600" dirty="0" err="1"/>
              <a:t>stdio.h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stdlib.h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string.h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unistd.h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arpa</a:t>
            </a:r>
            <a:r>
              <a:rPr lang="en-IN" sz="1600" dirty="0"/>
              <a:t>/</a:t>
            </a:r>
            <a:r>
              <a:rPr lang="en-IN" sz="1600" dirty="0" err="1"/>
              <a:t>inet.h</a:t>
            </a:r>
            <a:r>
              <a:rPr lang="en-IN" sz="1600" dirty="0"/>
              <a:t>&gt;</a:t>
            </a:r>
          </a:p>
          <a:p>
            <a:endParaRPr lang="en-IN" sz="1600" dirty="0"/>
          </a:p>
          <a:p>
            <a:r>
              <a:rPr lang="en-IN" sz="1600" dirty="0"/>
              <a:t>#define PORT 8080</a:t>
            </a:r>
          </a:p>
          <a:p>
            <a:endParaRPr lang="en-IN" sz="1600" dirty="0"/>
          </a:p>
          <a:p>
            <a:r>
              <a:rPr lang="en-IN" sz="1600" dirty="0"/>
              <a:t>int main() {</a:t>
            </a:r>
          </a:p>
          <a:p>
            <a:r>
              <a:rPr lang="en-IN" sz="1600" dirty="0"/>
              <a:t>    int </a:t>
            </a:r>
            <a:r>
              <a:rPr lang="en-IN" sz="1600" dirty="0" err="1"/>
              <a:t>server_fd</a:t>
            </a:r>
            <a:r>
              <a:rPr lang="en-IN" sz="1600" dirty="0"/>
              <a:t>, </a:t>
            </a:r>
            <a:r>
              <a:rPr lang="en-IN" sz="1600" dirty="0" err="1"/>
              <a:t>new_socket</a:t>
            </a:r>
            <a:r>
              <a:rPr lang="en-IN" sz="1600" dirty="0"/>
              <a:t>;</a:t>
            </a:r>
          </a:p>
          <a:p>
            <a:r>
              <a:rPr lang="en-IN" sz="1600" dirty="0"/>
              <a:t>    struct </a:t>
            </a:r>
            <a:r>
              <a:rPr lang="en-IN" sz="1600" dirty="0" err="1"/>
              <a:t>sockaddr_in</a:t>
            </a:r>
            <a:r>
              <a:rPr lang="en-IN" sz="1600" dirty="0"/>
              <a:t> address;</a:t>
            </a:r>
          </a:p>
          <a:p>
            <a:r>
              <a:rPr lang="en-IN" sz="1600" dirty="0"/>
              <a:t>    int </a:t>
            </a:r>
            <a:r>
              <a:rPr lang="en-IN" sz="1600" dirty="0" err="1"/>
              <a:t>addrlen</a:t>
            </a:r>
            <a:r>
              <a:rPr lang="en-IN" sz="1600" dirty="0"/>
              <a:t> = </a:t>
            </a:r>
            <a:r>
              <a:rPr lang="en-IN" sz="1600" dirty="0" err="1"/>
              <a:t>sizeof</a:t>
            </a:r>
            <a:r>
              <a:rPr lang="en-IN" sz="1600" dirty="0"/>
              <a:t>(address);</a:t>
            </a:r>
          </a:p>
          <a:p>
            <a:endParaRPr lang="en-IN" sz="1600" dirty="0"/>
          </a:p>
          <a:p>
            <a:r>
              <a:rPr lang="en-IN" sz="1600" dirty="0"/>
              <a:t>    char buffer[1024] = {0};</a:t>
            </a:r>
          </a:p>
          <a:p>
            <a:r>
              <a:rPr lang="en-IN" sz="1600" dirty="0"/>
              <a:t>    char message[1024];</a:t>
            </a:r>
          </a:p>
          <a:p>
            <a:endParaRPr lang="en-IN" sz="1600" dirty="0"/>
          </a:p>
          <a:p>
            <a:r>
              <a:rPr lang="en-IN" sz="1600" dirty="0"/>
              <a:t>    // Create socket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server_fd</a:t>
            </a:r>
            <a:r>
              <a:rPr lang="en-IN" sz="1600" dirty="0"/>
              <a:t> = socket(AF_INET, SOCK_STREAM, 0);</a:t>
            </a:r>
          </a:p>
          <a:p>
            <a:r>
              <a:rPr lang="en-US" sz="1600" dirty="0"/>
              <a:t>if (</a:t>
            </a:r>
            <a:r>
              <a:rPr lang="en-US" sz="1600" dirty="0" err="1"/>
              <a:t>server_fd</a:t>
            </a:r>
            <a:r>
              <a:rPr lang="en-US" sz="1600" dirty="0"/>
              <a:t> == 0) {        </a:t>
            </a:r>
          </a:p>
          <a:p>
            <a:r>
              <a:rPr lang="en-US" sz="1600" dirty="0" err="1"/>
              <a:t>perror</a:t>
            </a:r>
            <a:r>
              <a:rPr lang="en-US" sz="1600" dirty="0"/>
              <a:t>("Socket failed");</a:t>
            </a:r>
            <a:endParaRPr lang="en-IN" sz="1600" dirty="0"/>
          </a:p>
          <a:p>
            <a:r>
              <a:rPr lang="en-IN" sz="1600" dirty="0"/>
              <a:t>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EC0734-0643-4074-B6B4-8CAA1E346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410" y="1412365"/>
            <a:ext cx="4752975" cy="44862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99649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C26673C-A58A-4DAF-B0DE-66A1ED58E358}"/>
              </a:ext>
            </a:extLst>
          </p:cNvPr>
          <p:cNvSpPr/>
          <p:nvPr/>
        </p:nvSpPr>
        <p:spPr>
          <a:xfrm>
            <a:off x="2712441" y="702469"/>
            <a:ext cx="6096000" cy="689419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r>
              <a:rPr lang="en-IN" dirty="0"/>
              <a:t>        </a:t>
            </a:r>
            <a:r>
              <a:rPr lang="en-IN" sz="1600" dirty="0"/>
              <a:t>exit(EXIT_FAILURE);</a:t>
            </a:r>
          </a:p>
          <a:p>
            <a:r>
              <a:rPr lang="en-IN" sz="1600" dirty="0"/>
              <a:t>    }</a:t>
            </a:r>
          </a:p>
          <a:p>
            <a:endParaRPr lang="en-IN" sz="1600" dirty="0"/>
          </a:p>
          <a:p>
            <a:r>
              <a:rPr lang="en-IN" sz="1600" dirty="0"/>
              <a:t>    // Define server address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address.sin_family</a:t>
            </a:r>
            <a:r>
              <a:rPr lang="en-IN" sz="1600" dirty="0"/>
              <a:t> = AF_INET;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address.sin_addr.s_addr</a:t>
            </a:r>
            <a:r>
              <a:rPr lang="en-IN" sz="1600" dirty="0"/>
              <a:t> = INADDR_ANY;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address.sin_port</a:t>
            </a:r>
            <a:r>
              <a:rPr lang="en-IN" sz="1600" dirty="0"/>
              <a:t> = </a:t>
            </a:r>
            <a:r>
              <a:rPr lang="en-IN" sz="1600" dirty="0" err="1"/>
              <a:t>htons</a:t>
            </a:r>
            <a:r>
              <a:rPr lang="en-IN" sz="1600" dirty="0"/>
              <a:t>(PORT);</a:t>
            </a:r>
          </a:p>
          <a:p>
            <a:endParaRPr lang="en-IN" sz="1600" dirty="0"/>
          </a:p>
          <a:p>
            <a:r>
              <a:rPr lang="en-IN" sz="1600" dirty="0"/>
              <a:t>    // Bind socket</a:t>
            </a:r>
          </a:p>
          <a:p>
            <a:r>
              <a:rPr lang="en-IN" sz="1600" dirty="0"/>
              <a:t>    bind(</a:t>
            </a:r>
            <a:r>
              <a:rPr lang="en-IN" sz="1600" dirty="0" err="1"/>
              <a:t>server_fd</a:t>
            </a:r>
            <a:r>
              <a:rPr lang="en-IN" sz="1600" dirty="0"/>
              <a:t>, (struct </a:t>
            </a:r>
            <a:r>
              <a:rPr lang="en-IN" sz="1600" dirty="0" err="1"/>
              <a:t>sockaddr</a:t>
            </a:r>
            <a:r>
              <a:rPr lang="en-IN" sz="1600" dirty="0"/>
              <a:t> *)&amp;address, </a:t>
            </a:r>
            <a:r>
              <a:rPr lang="en-IN" sz="1600" dirty="0" err="1"/>
              <a:t>sizeof</a:t>
            </a:r>
            <a:r>
              <a:rPr lang="en-IN" sz="1600" dirty="0"/>
              <a:t>(address));</a:t>
            </a:r>
          </a:p>
          <a:p>
            <a:endParaRPr lang="en-IN" sz="1600" dirty="0"/>
          </a:p>
          <a:p>
            <a:r>
              <a:rPr lang="en-IN" sz="1600" dirty="0"/>
              <a:t>    // Listen for connections</a:t>
            </a:r>
          </a:p>
          <a:p>
            <a:r>
              <a:rPr lang="en-IN" sz="1600" dirty="0"/>
              <a:t>    listen(</a:t>
            </a:r>
            <a:r>
              <a:rPr lang="en-IN" sz="1600" dirty="0" err="1"/>
              <a:t>server_fd</a:t>
            </a:r>
            <a:r>
              <a:rPr lang="en-IN" sz="1600" dirty="0"/>
              <a:t>, 3);</a:t>
            </a:r>
          </a:p>
          <a:p>
            <a:endParaRPr lang="en-IN" sz="1600" dirty="0"/>
          </a:p>
          <a:p>
            <a:r>
              <a:rPr lang="en-IN" sz="1600" dirty="0"/>
              <a:t>    </a:t>
            </a:r>
            <a:r>
              <a:rPr lang="en-IN" sz="1600" dirty="0" err="1"/>
              <a:t>printf</a:t>
            </a:r>
            <a:r>
              <a:rPr lang="en-IN" sz="1600" dirty="0"/>
              <a:t>("Waiting for client...\n");</a:t>
            </a:r>
          </a:p>
          <a:p>
            <a:endParaRPr lang="en-IN" sz="1600" dirty="0"/>
          </a:p>
          <a:p>
            <a:r>
              <a:rPr lang="en-IN" sz="1600" dirty="0"/>
              <a:t>    // Accept client connection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new_socket</a:t>
            </a:r>
            <a:r>
              <a:rPr lang="en-IN" sz="1600" dirty="0"/>
              <a:t> = accept(</a:t>
            </a:r>
            <a:r>
              <a:rPr lang="en-IN" sz="1600" dirty="0" err="1"/>
              <a:t>server_fd</a:t>
            </a:r>
            <a:r>
              <a:rPr lang="en-IN" sz="1600" dirty="0"/>
              <a:t>,</a:t>
            </a:r>
          </a:p>
          <a:p>
            <a:r>
              <a:rPr lang="en-IN" sz="1600" dirty="0"/>
              <a:t>                        (struct </a:t>
            </a:r>
            <a:r>
              <a:rPr lang="en-IN" sz="1600" dirty="0" err="1"/>
              <a:t>sockaddr</a:t>
            </a:r>
            <a:r>
              <a:rPr lang="en-IN" sz="1600" dirty="0"/>
              <a:t> *)&amp;address,</a:t>
            </a:r>
          </a:p>
          <a:p>
            <a:r>
              <a:rPr lang="en-IN" sz="1600" dirty="0"/>
              <a:t>(</a:t>
            </a:r>
            <a:r>
              <a:rPr lang="en-IN" sz="1600" dirty="0" err="1"/>
              <a:t>socklen_t</a:t>
            </a:r>
            <a:r>
              <a:rPr lang="en-IN" sz="1600" dirty="0"/>
              <a:t>*)&amp;</a:t>
            </a:r>
            <a:r>
              <a:rPr lang="en-IN" sz="1600" dirty="0" err="1"/>
              <a:t>addrlen</a:t>
            </a:r>
            <a:r>
              <a:rPr lang="en-IN" sz="1600" dirty="0"/>
              <a:t>);  </a:t>
            </a:r>
          </a:p>
          <a:p>
            <a:r>
              <a:rPr lang="en-IN" sz="1600" dirty="0"/>
              <a:t>  </a:t>
            </a:r>
            <a:r>
              <a:rPr lang="en-IN" sz="1600" dirty="0" err="1"/>
              <a:t>printf</a:t>
            </a:r>
            <a:r>
              <a:rPr lang="en-IN" sz="1600" dirty="0"/>
              <a:t>("Client connected!\n");</a:t>
            </a:r>
          </a:p>
          <a:p>
            <a:endParaRPr lang="en-IN" sz="1600" dirty="0"/>
          </a:p>
          <a:p>
            <a:r>
              <a:rPr lang="en-IN" dirty="0"/>
              <a:t>                        </a:t>
            </a:r>
          </a:p>
          <a:p>
            <a:endParaRPr lang="en-IN" dirty="0"/>
          </a:p>
          <a:p>
            <a:r>
              <a:rPr lang="en-IN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341752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835E68-045C-4876-8049-A4449CE82F8C}"/>
              </a:ext>
            </a:extLst>
          </p:cNvPr>
          <p:cNvSpPr/>
          <p:nvPr/>
        </p:nvSpPr>
        <p:spPr>
          <a:xfrm>
            <a:off x="2334935" y="268447"/>
            <a:ext cx="6096000" cy="532453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r>
              <a:rPr lang="en-IN" dirty="0"/>
              <a:t>    </a:t>
            </a:r>
          </a:p>
          <a:p>
            <a:r>
              <a:rPr lang="en-IN" sz="1600" dirty="0"/>
              <a:t>while (1) {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memset</a:t>
            </a:r>
            <a:r>
              <a:rPr lang="en-IN" sz="1600" dirty="0"/>
              <a:t>(buffer, 0, </a:t>
            </a:r>
            <a:r>
              <a:rPr lang="en-IN" sz="1600" dirty="0" err="1"/>
              <a:t>sizeof</a:t>
            </a:r>
            <a:r>
              <a:rPr lang="en-IN" sz="1600" dirty="0"/>
              <a:t>(buffer));</a:t>
            </a:r>
          </a:p>
          <a:p>
            <a:endParaRPr lang="en-IN" sz="1600" dirty="0"/>
          </a:p>
          <a:p>
            <a:r>
              <a:rPr lang="en-IN" sz="1600" dirty="0"/>
              <a:t>        // Read message from client</a:t>
            </a:r>
          </a:p>
          <a:p>
            <a:r>
              <a:rPr lang="en-IN" sz="1600" dirty="0"/>
              <a:t>        read(</a:t>
            </a:r>
            <a:r>
              <a:rPr lang="en-IN" sz="1600" dirty="0" err="1"/>
              <a:t>new_socket</a:t>
            </a:r>
            <a:r>
              <a:rPr lang="en-IN" sz="1600" dirty="0"/>
              <a:t>, buffer, </a:t>
            </a:r>
            <a:r>
              <a:rPr lang="en-IN" sz="1600" dirty="0" err="1"/>
              <a:t>sizeof</a:t>
            </a:r>
            <a:r>
              <a:rPr lang="en-IN" sz="1600" dirty="0"/>
              <a:t>(buffer));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("Client: %s\n", buffer);</a:t>
            </a:r>
          </a:p>
          <a:p>
            <a:endParaRPr lang="en-IN" sz="1600" dirty="0"/>
          </a:p>
          <a:p>
            <a:r>
              <a:rPr lang="en-IN" sz="1600" dirty="0"/>
              <a:t>        // Send reply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("Server: ");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fgets</a:t>
            </a:r>
            <a:r>
              <a:rPr lang="en-IN" sz="1600" dirty="0"/>
              <a:t>(message, </a:t>
            </a:r>
            <a:r>
              <a:rPr lang="en-IN" sz="1600" dirty="0" err="1"/>
              <a:t>sizeof</a:t>
            </a:r>
            <a:r>
              <a:rPr lang="en-IN" sz="1600" dirty="0"/>
              <a:t>(message), stdin);</a:t>
            </a:r>
          </a:p>
          <a:p>
            <a:endParaRPr lang="en-IN" sz="1600" dirty="0"/>
          </a:p>
          <a:p>
            <a:r>
              <a:rPr lang="en-IN" sz="1600" dirty="0"/>
              <a:t>        send(</a:t>
            </a:r>
            <a:r>
              <a:rPr lang="en-IN" sz="1600" dirty="0" err="1"/>
              <a:t>new_socket</a:t>
            </a:r>
            <a:r>
              <a:rPr lang="en-IN" sz="1600" dirty="0"/>
              <a:t>, message, </a:t>
            </a:r>
            <a:r>
              <a:rPr lang="en-IN" sz="1600" dirty="0" err="1"/>
              <a:t>strlen</a:t>
            </a:r>
            <a:r>
              <a:rPr lang="en-IN" sz="1600" dirty="0"/>
              <a:t>(message), 0);</a:t>
            </a:r>
          </a:p>
          <a:p>
            <a:r>
              <a:rPr lang="en-IN" sz="1600" dirty="0"/>
              <a:t>    }</a:t>
            </a:r>
          </a:p>
          <a:p>
            <a:endParaRPr lang="en-IN" sz="1600" dirty="0"/>
          </a:p>
          <a:p>
            <a:r>
              <a:rPr lang="en-IN" sz="1600" dirty="0"/>
              <a:t>    close(</a:t>
            </a:r>
            <a:r>
              <a:rPr lang="en-IN" sz="1600" dirty="0" err="1"/>
              <a:t>new_socket</a:t>
            </a:r>
            <a:r>
              <a:rPr lang="en-IN" sz="1600" dirty="0"/>
              <a:t>);</a:t>
            </a:r>
          </a:p>
          <a:p>
            <a:r>
              <a:rPr lang="en-IN" sz="1600" dirty="0"/>
              <a:t>    close(</a:t>
            </a:r>
            <a:r>
              <a:rPr lang="en-IN" sz="1600" dirty="0" err="1"/>
              <a:t>server_fd</a:t>
            </a:r>
            <a:r>
              <a:rPr lang="en-IN" sz="1600" dirty="0"/>
              <a:t>);</a:t>
            </a:r>
          </a:p>
          <a:p>
            <a:endParaRPr lang="en-IN" sz="1600" dirty="0"/>
          </a:p>
          <a:p>
            <a:r>
              <a:rPr lang="en-IN" sz="1600" dirty="0"/>
              <a:t>    return 0;</a:t>
            </a:r>
          </a:p>
          <a:p>
            <a:r>
              <a:rPr lang="en-IN" sz="1600" dirty="0"/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C81E7E-EA90-41A7-BACF-5374F184F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540" y="1593602"/>
            <a:ext cx="3829050" cy="38385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02931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79FE9B-6322-4451-AA32-70CACC9358D1}"/>
              </a:ext>
            </a:extLst>
          </p:cNvPr>
          <p:cNvSpPr/>
          <p:nvPr/>
        </p:nvSpPr>
        <p:spPr>
          <a:xfrm>
            <a:off x="1884829" y="249465"/>
            <a:ext cx="1907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CLIENT CODE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9545EA-83EC-4880-8CC0-DC222B2BBA83}"/>
              </a:ext>
            </a:extLst>
          </p:cNvPr>
          <p:cNvSpPr/>
          <p:nvPr/>
        </p:nvSpPr>
        <p:spPr>
          <a:xfrm>
            <a:off x="2662607" y="794802"/>
            <a:ext cx="6096000" cy="60631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/>
              <a:t>#include &lt;</a:t>
            </a:r>
            <a:r>
              <a:rPr lang="en-IN" sz="1600" dirty="0" err="1"/>
              <a:t>stdio.h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stdlib.h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string.h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unistd.h</a:t>
            </a:r>
            <a:r>
              <a:rPr lang="en-IN" sz="1600" dirty="0"/>
              <a:t>&gt;</a:t>
            </a:r>
          </a:p>
          <a:p>
            <a:r>
              <a:rPr lang="en-IN" sz="1600" dirty="0"/>
              <a:t>#include &lt;</a:t>
            </a:r>
            <a:r>
              <a:rPr lang="en-IN" sz="1600" dirty="0" err="1"/>
              <a:t>arpa</a:t>
            </a:r>
            <a:r>
              <a:rPr lang="en-IN" sz="1600" dirty="0"/>
              <a:t>/</a:t>
            </a:r>
            <a:r>
              <a:rPr lang="en-IN" sz="1600" dirty="0" err="1"/>
              <a:t>inet.h</a:t>
            </a:r>
            <a:r>
              <a:rPr lang="en-IN" sz="1600" dirty="0"/>
              <a:t>&gt;</a:t>
            </a:r>
          </a:p>
          <a:p>
            <a:endParaRPr lang="en-IN" sz="1600" dirty="0"/>
          </a:p>
          <a:p>
            <a:r>
              <a:rPr lang="en-IN" sz="1600" dirty="0"/>
              <a:t>#define PORT 8080</a:t>
            </a:r>
          </a:p>
          <a:p>
            <a:endParaRPr lang="en-IN" sz="1600" dirty="0"/>
          </a:p>
          <a:p>
            <a:r>
              <a:rPr lang="en-IN" sz="1600" dirty="0"/>
              <a:t>int main() {</a:t>
            </a:r>
          </a:p>
          <a:p>
            <a:r>
              <a:rPr lang="en-IN" sz="1600" dirty="0"/>
              <a:t>    int sock = 0;</a:t>
            </a:r>
          </a:p>
          <a:p>
            <a:r>
              <a:rPr lang="en-IN" sz="1600" dirty="0"/>
              <a:t>    struct </a:t>
            </a:r>
            <a:r>
              <a:rPr lang="en-IN" sz="1600" dirty="0" err="1"/>
              <a:t>sockaddr_in</a:t>
            </a:r>
            <a:r>
              <a:rPr lang="en-IN" sz="1600" dirty="0"/>
              <a:t> </a:t>
            </a:r>
            <a:r>
              <a:rPr lang="en-IN" sz="1600" dirty="0" err="1"/>
              <a:t>serv_addr</a:t>
            </a:r>
            <a:r>
              <a:rPr lang="en-IN" sz="1600" dirty="0"/>
              <a:t>;</a:t>
            </a:r>
          </a:p>
          <a:p>
            <a:endParaRPr lang="en-IN" sz="1600" dirty="0"/>
          </a:p>
          <a:p>
            <a:r>
              <a:rPr lang="en-IN" sz="1600" dirty="0"/>
              <a:t>    char buffer[1024] = {0};</a:t>
            </a:r>
          </a:p>
          <a:p>
            <a:r>
              <a:rPr lang="en-IN" sz="1600" dirty="0"/>
              <a:t>    char message[1024];</a:t>
            </a:r>
          </a:p>
          <a:p>
            <a:endParaRPr lang="en-IN" sz="1600" dirty="0"/>
          </a:p>
          <a:p>
            <a:r>
              <a:rPr lang="en-IN" sz="1600" dirty="0"/>
              <a:t>    // Create socket</a:t>
            </a:r>
          </a:p>
          <a:p>
            <a:r>
              <a:rPr lang="en-IN" sz="1600" dirty="0"/>
              <a:t>    sock = socket(AF_INET, SOCK_STREAM, 0);</a:t>
            </a:r>
          </a:p>
          <a:p>
            <a:endParaRPr lang="en-IN" sz="1600" dirty="0"/>
          </a:p>
          <a:p>
            <a:r>
              <a:rPr lang="en-IN" sz="1600" dirty="0"/>
              <a:t>    if (sock &lt; 0) {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("Socket creation error\n");</a:t>
            </a:r>
          </a:p>
          <a:p>
            <a:r>
              <a:rPr lang="en-IN" sz="1600" dirty="0"/>
              <a:t>        return -1;</a:t>
            </a:r>
          </a:p>
          <a:p>
            <a:r>
              <a:rPr lang="en-IN" sz="1600" dirty="0"/>
              <a:t>    }</a:t>
            </a:r>
          </a:p>
          <a:p>
            <a:endParaRPr lang="en-IN" dirty="0"/>
          </a:p>
          <a:p>
            <a:r>
              <a:rPr lang="en-IN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897309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48C446-DA1B-48C7-A0E4-B0E4D3F183C6}"/>
              </a:ext>
            </a:extLst>
          </p:cNvPr>
          <p:cNvSpPr/>
          <p:nvPr/>
        </p:nvSpPr>
        <p:spPr>
          <a:xfrm>
            <a:off x="2209101" y="54858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r>
              <a:rPr lang="en-IN" dirty="0"/>
              <a:t> </a:t>
            </a:r>
            <a:endParaRPr lang="en-IN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FE872C-80F1-4F51-AD5F-8F0F73D2A6DE}"/>
              </a:ext>
            </a:extLst>
          </p:cNvPr>
          <p:cNvSpPr/>
          <p:nvPr/>
        </p:nvSpPr>
        <p:spPr>
          <a:xfrm>
            <a:off x="2511104" y="210026"/>
            <a:ext cx="6096000" cy="6647974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sz="1600" dirty="0" err="1"/>
              <a:t>serv_addr.sin_family</a:t>
            </a:r>
            <a:r>
              <a:rPr lang="en-IN" sz="1600" dirty="0"/>
              <a:t> = AF_INET;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serv_addr.sin_port</a:t>
            </a:r>
            <a:r>
              <a:rPr lang="en-IN" sz="1600" dirty="0"/>
              <a:t> = </a:t>
            </a:r>
            <a:r>
              <a:rPr lang="en-IN" sz="1600" dirty="0" err="1"/>
              <a:t>htons</a:t>
            </a:r>
            <a:r>
              <a:rPr lang="en-IN" sz="1600" dirty="0"/>
              <a:t>(PORT);</a:t>
            </a:r>
          </a:p>
          <a:p>
            <a:endParaRPr lang="en-IN" sz="1600" dirty="0"/>
          </a:p>
          <a:p>
            <a:r>
              <a:rPr lang="en-IN" sz="1600" dirty="0"/>
              <a:t>    // Convert IP address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inet_pton</a:t>
            </a:r>
            <a:r>
              <a:rPr lang="en-IN" sz="1600" dirty="0"/>
              <a:t>(AF_INET, "127.0.0.1", &amp;</a:t>
            </a:r>
            <a:r>
              <a:rPr lang="en-IN" sz="1600" dirty="0" err="1"/>
              <a:t>serv_addr.sin_addr</a:t>
            </a:r>
            <a:r>
              <a:rPr lang="en-IN" sz="1600" dirty="0"/>
              <a:t>);</a:t>
            </a:r>
          </a:p>
          <a:p>
            <a:endParaRPr lang="en-IN" sz="1600" dirty="0"/>
          </a:p>
          <a:p>
            <a:r>
              <a:rPr lang="en-IN" sz="1600" dirty="0"/>
              <a:t>    // Connect to server</a:t>
            </a:r>
          </a:p>
          <a:p>
            <a:r>
              <a:rPr lang="en-IN" sz="1600" dirty="0"/>
              <a:t>    connect(sock,</a:t>
            </a:r>
          </a:p>
          <a:p>
            <a:r>
              <a:rPr lang="en-IN" sz="1600" dirty="0"/>
              <a:t>            (struct </a:t>
            </a:r>
            <a:r>
              <a:rPr lang="en-IN" sz="1600" dirty="0" err="1"/>
              <a:t>sockaddr</a:t>
            </a:r>
            <a:r>
              <a:rPr lang="en-IN" sz="1600" dirty="0"/>
              <a:t> *)&amp;</a:t>
            </a:r>
            <a:r>
              <a:rPr lang="en-IN" sz="1600" dirty="0" err="1"/>
              <a:t>serv_addr</a:t>
            </a:r>
            <a:r>
              <a:rPr lang="en-IN" sz="1600" dirty="0"/>
              <a:t>,</a:t>
            </a:r>
          </a:p>
          <a:p>
            <a:r>
              <a:rPr lang="en-IN" sz="1600" dirty="0"/>
              <a:t>            </a:t>
            </a:r>
            <a:r>
              <a:rPr lang="en-IN" sz="1600" dirty="0" err="1"/>
              <a:t>sizeof</a:t>
            </a:r>
            <a:r>
              <a:rPr lang="en-IN" sz="1600" dirty="0"/>
              <a:t>(</a:t>
            </a:r>
            <a:r>
              <a:rPr lang="en-IN" sz="1600" dirty="0" err="1"/>
              <a:t>serv_addr</a:t>
            </a:r>
            <a:r>
              <a:rPr lang="en-IN" sz="1600" dirty="0"/>
              <a:t>));</a:t>
            </a:r>
          </a:p>
          <a:p>
            <a:endParaRPr lang="en-IN" sz="1600" dirty="0"/>
          </a:p>
          <a:p>
            <a:r>
              <a:rPr lang="en-IN" sz="1600" dirty="0"/>
              <a:t>    </a:t>
            </a:r>
            <a:r>
              <a:rPr lang="en-IN" sz="1600" dirty="0" err="1"/>
              <a:t>printf</a:t>
            </a:r>
            <a:r>
              <a:rPr lang="en-IN" sz="1600" dirty="0"/>
              <a:t>("Connected to server!\n");</a:t>
            </a:r>
          </a:p>
          <a:p>
            <a:endParaRPr lang="en-IN" sz="1600" dirty="0"/>
          </a:p>
          <a:p>
            <a:r>
              <a:rPr lang="en-IN" sz="1600" dirty="0"/>
              <a:t>    while (1) {</a:t>
            </a:r>
          </a:p>
          <a:p>
            <a:r>
              <a:rPr lang="en-IN" sz="1600" dirty="0"/>
              <a:t>        // Send message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("Client: ");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fgets</a:t>
            </a:r>
            <a:r>
              <a:rPr lang="en-IN" sz="1600" dirty="0"/>
              <a:t>(message, </a:t>
            </a:r>
            <a:r>
              <a:rPr lang="en-IN" sz="1600" dirty="0" err="1"/>
              <a:t>sizeof</a:t>
            </a:r>
            <a:r>
              <a:rPr lang="en-IN" sz="1600" dirty="0"/>
              <a:t>(message), stdin);</a:t>
            </a:r>
          </a:p>
          <a:p>
            <a:endParaRPr lang="en-IN" sz="1600" dirty="0"/>
          </a:p>
          <a:p>
            <a:r>
              <a:rPr lang="en-IN" sz="1600" dirty="0"/>
              <a:t>        send(sock, message, </a:t>
            </a:r>
            <a:r>
              <a:rPr lang="en-IN" sz="1600" dirty="0" err="1"/>
              <a:t>strlen</a:t>
            </a:r>
            <a:r>
              <a:rPr lang="en-IN" sz="1600" dirty="0"/>
              <a:t>(message), 0);</a:t>
            </a:r>
          </a:p>
          <a:p>
            <a:endParaRPr lang="en-IN" sz="1600" dirty="0"/>
          </a:p>
          <a:p>
            <a:r>
              <a:rPr lang="en-IN" sz="1600" dirty="0"/>
              <a:t>        // Receive reply</a:t>
            </a:r>
          </a:p>
          <a:p>
            <a:r>
              <a:rPr lang="en-IN" sz="1600" dirty="0"/>
              <a:t>        </a:t>
            </a:r>
            <a:r>
              <a:rPr lang="en-IN" sz="1600" dirty="0" err="1"/>
              <a:t>memset</a:t>
            </a:r>
            <a:r>
              <a:rPr lang="en-IN" sz="1600" dirty="0"/>
              <a:t>(buffer, 0, </a:t>
            </a:r>
            <a:r>
              <a:rPr lang="en-IN" sz="1600" dirty="0" err="1"/>
              <a:t>sizeof</a:t>
            </a:r>
            <a:r>
              <a:rPr lang="en-IN" sz="1600" dirty="0"/>
              <a:t>(buffer));</a:t>
            </a:r>
          </a:p>
          <a:p>
            <a:endParaRPr lang="en-IN" dirty="0"/>
          </a:p>
          <a:p>
            <a:r>
              <a:rPr lang="en-IN" dirty="0"/>
              <a:t>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86FB5A-0705-4DA0-97D2-D5B0304B6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654" y="1"/>
            <a:ext cx="4004345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37548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7CD631-C3E6-4D8A-A1A7-7D5EA514AF8B}"/>
              </a:ext>
            </a:extLst>
          </p:cNvPr>
          <p:cNvSpPr/>
          <p:nvPr/>
        </p:nvSpPr>
        <p:spPr>
          <a:xfrm>
            <a:off x="1923874" y="198864"/>
            <a:ext cx="6096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r>
              <a:rPr lang="en-IN" dirty="0"/>
              <a:t>    </a:t>
            </a:r>
          </a:p>
          <a:p>
            <a:r>
              <a:rPr lang="en-IN" dirty="0"/>
              <a:t>        </a:t>
            </a:r>
            <a:r>
              <a:rPr lang="en-IN" sz="1600" dirty="0"/>
              <a:t>read(sock, buffer, </a:t>
            </a:r>
            <a:r>
              <a:rPr lang="en-IN" sz="1600" dirty="0" err="1"/>
              <a:t>sizeof</a:t>
            </a:r>
            <a:r>
              <a:rPr lang="en-IN" sz="1600" dirty="0"/>
              <a:t>(buffer));</a:t>
            </a:r>
          </a:p>
          <a:p>
            <a:endParaRPr lang="en-IN" sz="1600" dirty="0"/>
          </a:p>
          <a:p>
            <a:r>
              <a:rPr lang="en-IN" sz="1600" dirty="0"/>
              <a:t>        </a:t>
            </a:r>
            <a:r>
              <a:rPr lang="en-IN" sz="1600" dirty="0" err="1"/>
              <a:t>printf</a:t>
            </a:r>
            <a:r>
              <a:rPr lang="en-IN" sz="1600" dirty="0"/>
              <a:t>("Server: %s\n", buffer);</a:t>
            </a:r>
          </a:p>
          <a:p>
            <a:r>
              <a:rPr lang="en-IN" sz="1600" dirty="0"/>
              <a:t>    }</a:t>
            </a:r>
          </a:p>
          <a:p>
            <a:endParaRPr lang="en-IN" sz="1600" dirty="0"/>
          </a:p>
          <a:p>
            <a:r>
              <a:rPr lang="en-IN" sz="1600" dirty="0"/>
              <a:t>    close(sock);</a:t>
            </a:r>
          </a:p>
          <a:p>
            <a:endParaRPr lang="en-IN" sz="1600" dirty="0"/>
          </a:p>
          <a:p>
            <a:r>
              <a:rPr lang="en-IN" sz="1600" dirty="0"/>
              <a:t>    return 0;</a:t>
            </a:r>
          </a:p>
          <a:p>
            <a:r>
              <a:rPr lang="en-IN" sz="1600" dirty="0"/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EBE1B4-4077-4EDB-9381-E6770E6F536B}"/>
              </a:ext>
            </a:extLst>
          </p:cNvPr>
          <p:cNvSpPr/>
          <p:nvPr/>
        </p:nvSpPr>
        <p:spPr>
          <a:xfrm>
            <a:off x="1923874" y="3370277"/>
            <a:ext cx="6096000" cy="293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 OUTPUT 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rgbClr val="4472C4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 terminal :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Waiting for client...</a:t>
            </a:r>
            <a:endParaRPr lang="en-IN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Client connected!</a:t>
            </a:r>
            <a:endParaRPr lang="en-IN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Client: Hello</a:t>
            </a:r>
            <a:endParaRPr lang="en-IN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Server: Hi</a:t>
            </a:r>
            <a:endParaRPr lang="en-IN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8416B-6939-44AE-A4F6-E10D2F71AFCD}"/>
              </a:ext>
            </a:extLst>
          </p:cNvPr>
          <p:cNvSpPr/>
          <p:nvPr/>
        </p:nvSpPr>
        <p:spPr>
          <a:xfrm>
            <a:off x="4524463" y="4545737"/>
            <a:ext cx="6096000" cy="211339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Client terminal : 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Connected to server!</a:t>
            </a:r>
            <a:endParaRPr lang="en-IN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Client: Hello</a:t>
            </a:r>
            <a:endParaRPr lang="en-IN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Server: Hi</a:t>
            </a:r>
            <a:endParaRPr lang="en-IN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dirty="0">
                <a:solidFill>
                  <a:srgbClr val="4472C4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D59BC4-315D-4796-AE88-7DCC786B8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463" y="2870093"/>
            <a:ext cx="4219575" cy="36957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4149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0AA4279-4DE9-4CC3-8075-F110ADA9C1E7}"/>
              </a:ext>
            </a:extLst>
          </p:cNvPr>
          <p:cNvSpPr/>
          <p:nvPr/>
        </p:nvSpPr>
        <p:spPr>
          <a:xfrm>
            <a:off x="1798041" y="686114"/>
            <a:ext cx="6096000" cy="6544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6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 :</a:t>
            </a:r>
            <a:endParaRPr lang="en-IN" sz="3600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5D98B-BD14-400E-94A6-0E291680C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041" y="1759890"/>
            <a:ext cx="2867425" cy="1962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393CF6-A0A0-4FB1-9442-EEFE32E41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69416"/>
            <a:ext cx="2467319" cy="195289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F107223-A125-434D-BCB7-15328D8C3110}"/>
              </a:ext>
            </a:extLst>
          </p:cNvPr>
          <p:cNvSpPr/>
          <p:nvPr/>
        </p:nvSpPr>
        <p:spPr>
          <a:xfrm>
            <a:off x="1705762" y="4141680"/>
            <a:ext cx="36193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CONCLUSION :</a:t>
            </a:r>
            <a:endParaRPr lang="en-IN" sz="3600" b="1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E38973-CAD9-4761-A10D-8E819B7D7153}"/>
              </a:ext>
            </a:extLst>
          </p:cNvPr>
          <p:cNvSpPr/>
          <p:nvPr/>
        </p:nvSpPr>
        <p:spPr>
          <a:xfrm>
            <a:off x="1669936" y="5046142"/>
            <a:ext cx="10393959" cy="1563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/>
              <a:t>The Simple Chat Application demonstrates communication between client and server using socket programming in C.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It helps in understanding important networking concepts such as socket creation, connection establishment, and message transfer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278906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241</TotalTime>
  <Words>1211</Words>
  <Application>Microsoft Office PowerPoint</Application>
  <PresentationFormat>Widescreen</PresentationFormat>
  <Paragraphs>218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Rounded MT Bold</vt:lpstr>
      <vt:lpstr>Calibri</vt:lpstr>
      <vt:lpstr>Century Gothic</vt:lpstr>
      <vt:lpstr>Wingdings 3</vt:lpstr>
      <vt:lpstr>Wisp</vt:lpstr>
      <vt:lpstr>SIMPLE CHAT APPLICATION  A SIMPLE CHAT APPLICATION USING C SOCKET PROGRAMMING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CHAT APPLICATION  A SIMPLE CHAT APPLICATION USING C SOCKET PROGRAMMING</dc:title>
  <dc:creator>Ganilakshmi ambati</dc:creator>
  <cp:lastModifiedBy>Ganilakshmi ambati</cp:lastModifiedBy>
  <cp:revision>24</cp:revision>
  <dcterms:created xsi:type="dcterms:W3CDTF">2026-05-10T04:43:02Z</dcterms:created>
  <dcterms:modified xsi:type="dcterms:W3CDTF">2026-05-10T11:42:37Z</dcterms:modified>
</cp:coreProperties>
</file>